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erriweather"/>
      <p:regular r:id="rId201314"/>
    </p:embeddedFont>
    <p:embeddedFont>
      <p:font typeface="Merriweather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00318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597" y="154186"/>
            <a:ext cx="4366310" cy="6549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1981101"/>
            <a:ext cx="6179784" cy="1928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Threat Intelligence: Smart Security for Your Network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20012" y="4218484"/>
            <a:ext cx="617978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Introducing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ClearSignal AI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the system that cuts through the noise and finds real cyber threats before it's too late.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0318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02" y="132556"/>
            <a:ext cx="4395082" cy="65927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592138"/>
            <a:ext cx="6179784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Problem: Alert Fatigue</a:t>
            </a:r>
            <a:endParaRPr lang="en-US" sz="3450" dirty="0"/>
          </a:p>
        </p:txBody>
      </p:sp>
      <p:sp>
        <p:nvSpPr>
          <p:cNvPr id="5" name="Shape 2"/>
          <p:cNvSpPr/>
          <p:nvPr/>
        </p:nvSpPr>
        <p:spPr>
          <a:xfrm>
            <a:off x="5291898" y="1372493"/>
            <a:ext cx="6179784" cy="996652"/>
          </a:xfrm>
          <a:prstGeom prst="roundRect">
            <a:avLst>
              <a:gd name="adj" fmla="val 745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75051" y="1555651"/>
            <a:ext cx="581347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10,000+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75051" y="1923058"/>
            <a:ext cx="5813478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Security alerts every single day — too many for any human to read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91898" y="2521049"/>
            <a:ext cx="6179784" cy="1259582"/>
          </a:xfrm>
          <a:prstGeom prst="roundRect">
            <a:avLst>
              <a:gd name="adj" fmla="val 589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75051" y="2704207"/>
            <a:ext cx="581347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Mostly False Alarms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75051" y="3071614"/>
            <a:ext cx="5813478" cy="525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Like a bird triggering a motion sensor — harmless, but the alarm still goes off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291898" y="3932535"/>
            <a:ext cx="6179784" cy="1259582"/>
          </a:xfrm>
          <a:prstGeom prst="roundRect">
            <a:avLst>
              <a:gd name="adj" fmla="val 589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75051" y="4115693"/>
            <a:ext cx="581347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 Attacks Get Missed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475051" y="4483100"/>
            <a:ext cx="5813478" cy="525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Analysts are exhausted and distracted — dangerous threats slip right through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291898" y="5362972"/>
            <a:ext cx="6179784" cy="902791"/>
          </a:xfrm>
          <a:prstGeom prst="roundRect">
            <a:avLst>
              <a:gd name="adj" fmla="val 8225"/>
            </a:avLst>
          </a:prstGeom>
          <a:solidFill>
            <a:srgbClr val="4B3F0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701" y="5582047"/>
            <a:ext cx="220955" cy="1768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66459" y="5559028"/>
            <a:ext cx="5428420" cy="525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is called </a:t>
            </a:r>
            <a:pPr algn="l"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"Alert Fatigue"</a:t>
            </a:r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and it's one of the biggest problems in cybersecurity today.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454" y="1726406"/>
            <a:ext cx="3405003" cy="34050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8642" y="1919387"/>
            <a:ext cx="6753850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is a Cyber Attack?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678642" y="2768005"/>
            <a:ext cx="675385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hacker tries to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break into a company's computer network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to steal data, shut down systems, or cause serious damage.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678642" y="3611563"/>
            <a:ext cx="6753850" cy="1460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Attacks happen constantly, around the clock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Most are blocked automatically by basic defenses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real danger: we can't easily tell a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fake alarm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from a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real attack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454" y="1233091"/>
            <a:ext cx="10660788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Current Systems Fail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65454" y="2287488"/>
            <a:ext cx="10660788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Every suspicious activity triggers an alert — even completely harmless ones. Here's what analysts actually see: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5454" y="3177282"/>
            <a:ext cx="3416413" cy="18869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8126" y="3408363"/>
            <a:ext cx="285266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🔔</a:t>
            </a:r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Employee logs in from a new location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98126" y="4174728"/>
            <a:ext cx="2852666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Flagged as suspicious → Alert sent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7542" y="3177282"/>
            <a:ext cx="3416512" cy="18869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20214" y="3408363"/>
            <a:ext cx="285276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🔔</a:t>
            </a:r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Routine system backup runs overnight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4720214" y="4174728"/>
            <a:ext cx="2852765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Flagged as suspicious → Alert sent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9729" y="3177282"/>
            <a:ext cx="3416413" cy="18869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42401" y="3408363"/>
            <a:ext cx="285266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🔔</a:t>
            </a:r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Real hacker stealing passwords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8342401" y="4174728"/>
            <a:ext cx="2852666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Flagged as suspicious → Alert sent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60661" y="5295602"/>
            <a:ext cx="11270373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All three look identical. Analysts can't tell which one is actually dangerous.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00318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3349" y="125313"/>
            <a:ext cx="4404805" cy="66073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576659"/>
            <a:ext cx="6179784" cy="522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Our Solution: ClearSignal AI</a:t>
            </a:r>
            <a:endParaRPr lang="en-US" sz="3250" dirty="0"/>
          </a:p>
        </p:txBody>
      </p:sp>
      <p:sp>
        <p:nvSpPr>
          <p:cNvPr id="5" name="Shape 2"/>
          <p:cNvSpPr/>
          <p:nvPr/>
        </p:nvSpPr>
        <p:spPr>
          <a:xfrm>
            <a:off x="720012" y="1302742"/>
            <a:ext cx="6179784" cy="1569045"/>
          </a:xfrm>
          <a:prstGeom prst="roundRect">
            <a:avLst>
              <a:gd name="adj" fmla="val 447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3442" y="1476177"/>
            <a:ext cx="501439" cy="501452"/>
          </a:xfrm>
          <a:prstGeom prst="ellipse">
            <a:avLst/>
          </a:prstGeom>
          <a:solidFill>
            <a:srgbClr val="609D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1353" y="1613991"/>
            <a:ext cx="225618" cy="2256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3442" y="2113359"/>
            <a:ext cx="5832924" cy="261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Filters False Alarms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93442" y="2455962"/>
            <a:ext cx="5832924" cy="24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Automatically ignores the noise so analysts don't have to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20012" y="3007519"/>
            <a:ext cx="6179784" cy="1569045"/>
          </a:xfrm>
          <a:prstGeom prst="roundRect">
            <a:avLst>
              <a:gd name="adj" fmla="val 447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93442" y="3180953"/>
            <a:ext cx="501439" cy="501452"/>
          </a:xfrm>
          <a:prstGeom prst="ellipse">
            <a:avLst/>
          </a:prstGeom>
          <a:solidFill>
            <a:srgbClr val="609D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353" y="3318768"/>
            <a:ext cx="225618" cy="2256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3442" y="3818136"/>
            <a:ext cx="5832924" cy="261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Identifies Real Threats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93442" y="4160738"/>
            <a:ext cx="5832924" cy="24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Shows only the 3–5 alerts that actually matter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20012" y="4712295"/>
            <a:ext cx="6179784" cy="1569045"/>
          </a:xfrm>
          <a:prstGeom prst="roundRect">
            <a:avLst>
              <a:gd name="adj" fmla="val 447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93442" y="4885730"/>
            <a:ext cx="501439" cy="501452"/>
          </a:xfrm>
          <a:prstGeom prst="ellipse">
            <a:avLst/>
          </a:prstGeom>
          <a:solidFill>
            <a:srgbClr val="609D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1353" y="5023545"/>
            <a:ext cx="225618" cy="22562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3442" y="5522913"/>
            <a:ext cx="5832924" cy="261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Writes the Report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93442" y="5865515"/>
            <a:ext cx="5832924" cy="24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Delivers a clear summary straight to the security commander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454" y="739080"/>
            <a:ext cx="10660788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How ClearSignal Works: Step 1 — Filter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454" y="2059384"/>
            <a:ext cx="6753850" cy="369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56076" y="3788668"/>
            <a:ext cx="1564910" cy="212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Incoming Alerts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607740" y="3764656"/>
            <a:ext cx="1564911" cy="212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ClearSignal Filter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77330" y="3772345"/>
            <a:ext cx="1564910" cy="212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Suspicious Alerts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27489" y="1896269"/>
            <a:ext cx="340500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gets filtered out?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027489" y="2423418"/>
            <a:ext cx="3405003" cy="1460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Employee logging in at a normal time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Routine nightly backups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Standard software updates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27489" y="4089797"/>
            <a:ext cx="340500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moves forward?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027489" y="4616946"/>
            <a:ext cx="3405003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Anything that doesn't match normal, everyday behavior gets flagged and passed to Step 2 for a closer look.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454" y="1856284"/>
            <a:ext cx="10660788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How ClearSignal Works: Step 2 — Analyze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454" y="2910681"/>
            <a:ext cx="744023" cy="7440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66645" y="2910681"/>
            <a:ext cx="238089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Act Like a Detective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766645" y="3677047"/>
            <a:ext cx="2380893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ClearSignal looks at suspicious alerts and asks: "Have I seen this before?"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706" y="2910681"/>
            <a:ext cx="744023" cy="7440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05898" y="2910681"/>
            <a:ext cx="2380992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Check the Database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5405898" y="3677047"/>
            <a:ext cx="2380992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It compares the alert against a library of known hacker methods and attack patterns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058" y="2910681"/>
            <a:ext cx="744023" cy="7440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45249" y="2910681"/>
            <a:ext cx="238089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Name the Attacker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9045249" y="3355578"/>
            <a:ext cx="2380893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Example: 500 failed logins = "Brute Force Attack" → likely from hacker group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Red Dragon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454" y="1726406"/>
            <a:ext cx="3405003" cy="34050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8642" y="941586"/>
            <a:ext cx="67538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How ClearSignal Works: Step 3 — Report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678642" y="2433141"/>
            <a:ext cx="675385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Once a real threat is confirmed, ClearSignal writes a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simple, clear summary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no technical jargon, just the facts.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987205" y="3508077"/>
            <a:ext cx="6445287" cy="993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🚨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ALERT: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Brute Force Attack detected on Server A.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Hacker group: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Red Dragon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Status: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Blocked.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678642" y="3322935"/>
            <a:ext cx="25399" cy="1364258"/>
          </a:xfrm>
          <a:prstGeom prst="roundRect">
            <a:avLst>
              <a:gd name="adj" fmla="val 50001"/>
            </a:avLst>
          </a:prstGeom>
          <a:solidFill>
            <a:srgbClr val="609DFF"/>
          </a:solidFill>
          <a:ln/>
        </p:spPr>
      </p:sp>
      <p:sp>
        <p:nvSpPr>
          <p:cNvPr id="7" name="Text 4"/>
          <p:cNvSpPr/>
          <p:nvPr/>
        </p:nvSpPr>
        <p:spPr>
          <a:xfrm>
            <a:off x="4678642" y="4918571"/>
            <a:ext cx="6753850" cy="1131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report goes directly to the security commander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boss sees exactly what happened and what to do next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guesswork. No delay. Immediate action.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454" y="577056"/>
            <a:ext cx="10660788" cy="632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Impact: Before vs. After ClearSignal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65454" y="1608534"/>
            <a:ext cx="10660788" cy="2348905"/>
          </a:xfrm>
          <a:prstGeom prst="roundRect">
            <a:avLst>
              <a:gd name="adj" fmla="val 362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1803" y="1614884"/>
            <a:ext cx="5324044" cy="2336205"/>
          </a:xfrm>
          <a:custGeom>
            <a:avLst/>
            <a:gdLst/>
            <a:ahLst/>
            <a:cxnLst/>
            <a:rect l="l" t="t" r="r" b="b"/>
            <a:pathLst>
              <a:path w="5324044" h="2336205">
                <a:moveTo>
                  <a:pt x="70882" y="0"/>
                </a:moveTo>
                <a:lnTo>
                  <a:pt x="5324044" y="0"/>
                </a:lnTo>
                <a:lnTo>
                  <a:pt x="5324044" y="2336205"/>
                </a:lnTo>
                <a:lnTo>
                  <a:pt x="70882" y="2336205"/>
                </a:lnTo>
                <a:arcTo hR="70884" wR="70882" stAng="5400000" swAng="5400000"/>
                <a:lnTo>
                  <a:pt x="0" y="70884"/>
                </a:lnTo>
                <a:arcTo hR="70884" wR="70882" stAng="10800000" swAng="5400000"/>
                <a:close/>
              </a:path>
            </a:pathLst>
          </a:custGeom>
          <a:solidFill>
            <a:srgbClr val="003180"/>
          </a:solidFill>
          <a:ln/>
        </p:spPr>
      </p:sp>
      <p:sp>
        <p:nvSpPr>
          <p:cNvPr id="5" name="Text 3"/>
          <p:cNvSpPr/>
          <p:nvPr/>
        </p:nvSpPr>
        <p:spPr>
          <a:xfrm>
            <a:off x="974304" y="1817390"/>
            <a:ext cx="4919043" cy="316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Before ClearSignal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74304" y="2253456"/>
            <a:ext cx="4919043" cy="1495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Analysts face </a:t>
            </a:r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10,000 alerts</a:t>
            </a:r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every day</a:t>
            </a:r>
            <a:endParaRPr lang="en-US" sz="1550" dirty="0"/>
          </a:p>
          <a:p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 attacks get lost in the noise</a:t>
            </a:r>
            <a:endParaRPr lang="en-US" sz="1550" dirty="0"/>
          </a:p>
          <a:p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Response time: </a:t>
            </a:r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hours</a:t>
            </a:r>
            <a:endParaRPr lang="en-US" sz="1550" dirty="0"/>
          </a:p>
          <a:p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Damage already done before anyone notices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095848" y="1614884"/>
            <a:ext cx="5324044" cy="2336205"/>
          </a:xfrm>
          <a:custGeom>
            <a:avLst/>
            <a:gdLst/>
            <a:ahLst/>
            <a:cxnLst/>
            <a:rect l="l" t="t" r="r" b="b"/>
            <a:pathLst>
              <a:path w="5324044" h="2336205">
                <a:moveTo>
                  <a:pt x="0" y="0"/>
                </a:moveTo>
                <a:lnTo>
                  <a:pt x="5253162" y="0"/>
                </a:lnTo>
                <a:arcTo hR="70884" wR="70882" stAng="16200000" swAng="5400000"/>
                <a:lnTo>
                  <a:pt x="5324044" y="2265321"/>
                </a:lnTo>
                <a:arcTo hR="70884" wR="70882" stAng="0" swAng="5400000"/>
                <a:lnTo>
                  <a:pt x="0" y="2336205"/>
                </a:lnTo>
                <a:lnTo>
                  <a:pt x="0" y="0"/>
                </a:lnTo>
                <a:close/>
              </a:path>
            </a:pathLst>
          </a:custGeom>
          <a:solidFill>
            <a:srgbClr val="003180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1614884"/>
            <a:ext cx="25399" cy="2336205"/>
          </a:xfrm>
          <a:prstGeom prst="roundRect">
            <a:avLst>
              <a:gd name="adj" fmla="val 50001"/>
            </a:avLst>
          </a:prstGeom>
          <a:solidFill>
            <a:srgbClr val="194A99"/>
          </a:solidFill>
          <a:ln/>
        </p:spPr>
      </p:sp>
      <p:sp>
        <p:nvSpPr>
          <p:cNvPr id="9" name="Text 7"/>
          <p:cNvSpPr/>
          <p:nvPr/>
        </p:nvSpPr>
        <p:spPr>
          <a:xfrm>
            <a:off x="6298348" y="1817390"/>
            <a:ext cx="4919043" cy="316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After ClearSignal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298348" y="2253456"/>
            <a:ext cx="4919043" cy="1495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Analysts see only </a:t>
            </a:r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3–5 real alerts</a:t>
            </a:r>
            <a:endParaRPr lang="en-US" sz="1550" dirty="0"/>
          </a:p>
          <a:p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Every real attack is caught</a:t>
            </a:r>
            <a:endParaRPr lang="en-US" sz="1550" dirty="0"/>
          </a:p>
          <a:p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Response time: </a:t>
            </a:r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minutes</a:t>
            </a:r>
            <a:endParaRPr lang="en-US" sz="1550" dirty="0"/>
          </a:p>
          <a:p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Attacks stopped before any damage is done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5454" y="4282877"/>
            <a:ext cx="3387442" cy="66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10,000</a:t>
            </a:r>
            <a:endParaRPr lang="en-US" sz="5250" dirty="0"/>
          </a:p>
        </p:txBody>
      </p:sp>
      <p:sp>
        <p:nvSpPr>
          <p:cNvPr id="12" name="Text 10"/>
          <p:cNvSpPr/>
          <p:nvPr/>
        </p:nvSpPr>
        <p:spPr>
          <a:xfrm>
            <a:off x="765454" y="5201841"/>
            <a:ext cx="3387442" cy="316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Alerts Before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65454" y="5637907"/>
            <a:ext cx="3387442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Overwhelming — impossible to manage manually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402027" y="4282877"/>
            <a:ext cx="3387541" cy="66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</a:t>
            </a:r>
            <a:endParaRPr lang="en-US" sz="5250" dirty="0"/>
          </a:p>
        </p:txBody>
      </p:sp>
      <p:sp>
        <p:nvSpPr>
          <p:cNvPr id="15" name="Text 13"/>
          <p:cNvSpPr/>
          <p:nvPr/>
        </p:nvSpPr>
        <p:spPr>
          <a:xfrm>
            <a:off x="4402027" y="5201841"/>
            <a:ext cx="3387541" cy="316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Alerts After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402027" y="5637907"/>
            <a:ext cx="3387541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Only what truly matters reaches the analyst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038700" y="4282877"/>
            <a:ext cx="3387442" cy="66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~90%</a:t>
            </a:r>
            <a:endParaRPr lang="en-US" sz="5250" dirty="0"/>
          </a:p>
        </p:txBody>
      </p:sp>
      <p:sp>
        <p:nvSpPr>
          <p:cNvPr id="18" name="Text 16"/>
          <p:cNvSpPr/>
          <p:nvPr/>
        </p:nvSpPr>
        <p:spPr>
          <a:xfrm>
            <a:off x="8038700" y="5201841"/>
            <a:ext cx="3387442" cy="316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Faster Response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038700" y="5637907"/>
            <a:ext cx="3387442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From hours of delay to minutes of action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0318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38" y="144661"/>
            <a:ext cx="4379009" cy="65686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618827"/>
            <a:ext cx="6179784" cy="60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This Matters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291898" y="1492746"/>
            <a:ext cx="6179784" cy="597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Cyber attacks are not just a tech problem — they affect real people and real money.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291898" y="2294037"/>
            <a:ext cx="433972" cy="433983"/>
          </a:xfrm>
          <a:prstGeom prst="roundRect">
            <a:avLst>
              <a:gd name="adj" fmla="val 18667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06642" y="2360315"/>
            <a:ext cx="5565040" cy="301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Millions Lost Every Year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906642" y="2770088"/>
            <a:ext cx="5565040" cy="597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Companies lose enormous amounts of money to cyber attacks that could have been stopped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291898" y="3729633"/>
            <a:ext cx="433972" cy="433983"/>
          </a:xfrm>
          <a:prstGeom prst="roundRect">
            <a:avLst>
              <a:gd name="adj" fmla="val 18667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06642" y="3795911"/>
            <a:ext cx="5565040" cy="301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Your Data at Risk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906642" y="4205684"/>
            <a:ext cx="5565040" cy="597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single breach can expose the personal information of thousands of customers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291898" y="5165229"/>
            <a:ext cx="433972" cy="433983"/>
          </a:xfrm>
          <a:prstGeom prst="roundRect">
            <a:avLst>
              <a:gd name="adj" fmla="val 18667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06642" y="5231507"/>
            <a:ext cx="5565040" cy="301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ClearSignal Changes the Game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5906642" y="5641280"/>
            <a:ext cx="5565040" cy="597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Security teams can finally focus on what actually matters — stopping real threats before they cause harm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2026-09-14T15:32:19Z</dcterms:created>
  <dcterms:modified xsi:type="dcterms:W3CDTF">2026-09-14T15:32:19Z</dcterms:modified>
</cp:coreProperties>
</file>